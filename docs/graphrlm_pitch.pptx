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сек. Хук: 'Мы не делаем ещё один RAG. Мы решаем проблему, которую RAG игнорирует — полноту доказательств.' Назвать себя и проект, сразу перейти к боли.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сек. Это самый важный слайд для 'защиты идеи'. Продаёшь ПРОБЛЕМУ, не механизм. Приведи живой пример боли из выбранной вертикали [PLACEHOLDER: вставь конкретный кейс — напр. пропущенный прецедент в юр-research стоит проигранного дела]. Не упоминай графы/косинусы здесь.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~55 сек. Один кадр архитектуры. Главная мысль — не 'граф', а ЭКОНОМИКА: дешёвый детектор + дорогой исполнитель по триггеру. Это и масштабируется, и дёшево.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сек. Killer-слайд. Одна мысль: наивные подходы фундаментально упираются в 21%, мы даём 70% БЕЗ обучения на домене. Если спросят про supervised 0.774 — 'мы zero-shot и в полтора раза дешевле развернуть, им нужна разметка под каждую вертикаль'. НЕ показывай text-RLM абляцию.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сек. Связка качество+цена. Цифры с полных 500 кейсов — надёжные. Не уходи в F1 против text-RLM (незначимо, n=60). Здесь — только абсолютные числа против внешних бейзлайнов.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сек. Ответ на 'не повторят ли за выходные'. Дифференциация — НЕ в косинусах/многомерности (это не продаём). В постановке (completeness-first), training-free развёртывании и экономике.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 сек. Закрытие. ОБЯЗАТЕЛЬНО замени два [PLACEHOLDER]: вертикаль флагмана и конкретный ask (сколько денег / на что / что просишь у этой аудитории). Без конкретного ask питч провисает. Заверши слоганом.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5400" b="1" i="0">
                <a:solidFill>
                  <a:srgbClr val="7CC4FF"/>
                </a:solidFill>
                <a:latin typeface="Segoe UI"/>
              </a:rPr>
              <a:t>GraphRLM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E8EAF0"/>
                </a:solidFill>
                <a:latin typeface="Segoe UI"/>
              </a:rPr>
              <a:t>Слой проверки полноты доказательств для AI-research —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200" b="0" i="0">
                <a:solidFill>
                  <a:srgbClr val="E8EAF0"/>
                </a:solidFill>
                <a:latin typeface="Segoe UI"/>
              </a:rPr>
              <a:t>там, где пропущенный факт стоит дороже неверного ответа.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8B93A7"/>
                </a:solidFill>
                <a:latin typeface="Segoe UI"/>
              </a:rPr>
              <a:t>github.com/FD-AX/GraphRLM   ·   питч-версия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Проблема: AI отвечает уверенно на неполных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В юр-research, due diligence, фарме пропущенное доказательство дороже неверного ответа — потому что выглядит как правильный ответ.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Все меряют точность ответа. Полноту доказательной базы не меряет никто.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«False completion»: система закрывает вопрос, не собрав всю цепочку — невидимый и дорогой режим отказа RAG-систем.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FFD479"/>
                </a:solidFill>
                <a:latin typeface="Segoe UI"/>
              </a:rPr>
              <a:t>Мы первыми сделали полноту измеримой метрикой — и научились её гарантировать.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Решение: дешёвый аудит полноты + дорогой поиск по триггеру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9ADBB4"/>
                </a:solidFill>
                <a:latin typeface="Segoe UI"/>
              </a:rPr>
              <a:t>Слой 1 — аудит полноты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E8EAF0"/>
                </a:solidFill>
                <a:latin typeface="Segoe UI"/>
              </a:rPr>
              <a:t>•  Граф на BERT-кодировках, без обучения и без LLM. Раскладывает запрос на нужные доказательства и находит пробелы.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E8EAF0"/>
                </a:solidFill>
                <a:latin typeface="Segoe UI"/>
              </a:rPr>
              <a:t>•  Дёшево, детерминированно, на любом домене.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9ADBB4"/>
                </a:solidFill>
                <a:latin typeface="Segoe UI"/>
              </a:rPr>
              <a:t>Слой 2 — RLM discovery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E8EAF0"/>
                </a:solidFill>
                <a:latin typeface="Segoe UI"/>
              </a:rPr>
              <a:t>•  Дорогой LLM-цикл запускается ТОЛЬКО когда аудит нашёл реальный пробел.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E8EAF0"/>
                </a:solidFill>
                <a:latin typeface="Segoe UI"/>
              </a:rPr>
              <a:t>•  Целенаправленно достаёт недостающее звено цепочки.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FFD479"/>
                </a:solidFill>
                <a:latin typeface="Segoe UI"/>
              </a:rPr>
              <a:t>Gap-driven экономика: за дорогой LLM платим только там, где есть пробел.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Результат: полнота 70% там, где наивный RAG упирается в 21%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92024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C4FF"/>
                          </a:solidFill>
                          <a:latin typeface="Segoe UI"/>
                        </a:rPr>
                        <a:t>Подход</a:t>
                      </a:r>
                    </a:p>
                  </a:txBody>
                  <a:tcPr marL="109728" marR="109728" marT="36576" marB="36576" anchor="ctr">
                    <a:solidFill>
                      <a:srgbClr val="1B2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7CC4FF"/>
                          </a:solidFill>
                          <a:latin typeface="Segoe UI"/>
                        </a:rPr>
                        <a:t>Полнота доказательств</a:t>
                      </a:r>
                    </a:p>
                  </a:txBody>
                  <a:tcPr marL="109728" marR="109728" marT="36576" marB="36576" anchor="ctr">
                    <a:solidFill>
                      <a:srgbClr val="1B22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Наивный RAG (dense / cross-encoder / итеративный)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~0.21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ADBB4"/>
                          </a:solidFill>
                          <a:latin typeface="Segoe UI"/>
                        </a:rPr>
                        <a:t>GraphRLM — zero-shot, без обучения</a:t>
                      </a:r>
                    </a:p>
                  </a:txBody>
                  <a:tcPr marL="109728" marR="109728" marT="36576" marB="36576" anchor="ctr">
                    <a:solidFill>
                      <a:srgbClr val="2030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9ADBB4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marL="109728" marR="109728" marT="36576" marB="36576" anchor="ctr">
                    <a:solidFill>
                      <a:srgbClr val="2030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Supervised SOTA — обучен на датасете *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0.774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E8EAF0"/>
                </a:solidFill>
                <a:latin typeface="Segoe UI"/>
              </a:rPr>
              <a:t>Бенчмарк MuSiQue, 500 кейсов, парные тесты (p &lt;&lt; 0.001). Zero-shot — вплотную к системам, обученным под задачу.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B93A7"/>
                </a:solidFill>
                <a:latin typeface="Segoe UI"/>
              </a:rPr>
              <a:t>* внешнее число — directional: протоколы оценки не идентичны.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Качество ответов выше публичных LLM — за копейки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920240"/>
          <a:ext cx="9601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57400"/>
                <a:gridCol w="2057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C4FF"/>
                          </a:solidFill>
                          <a:latin typeface="Segoe UI"/>
                        </a:rPr>
                        <a:t>Метрика (500 кейсов, zero-shot)</a:t>
                      </a:r>
                    </a:p>
                  </a:txBody>
                  <a:tcPr marL="109728" marR="109728" marT="36576" marB="36576" anchor="ctr">
                    <a:solidFill>
                      <a:srgbClr val="1B2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7CC4FF"/>
                          </a:solidFill>
                          <a:latin typeface="Segoe UI"/>
                        </a:rPr>
                        <a:t>GraphRLM</a:t>
                      </a:r>
                    </a:p>
                  </a:txBody>
                  <a:tcPr marL="109728" marR="109728" marT="36576" marB="36576" anchor="ctr">
                    <a:solidFill>
                      <a:srgbClr val="1B2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7CC4FF"/>
                          </a:solidFill>
                          <a:latin typeface="Segoe UI"/>
                        </a:rPr>
                        <a:t>Публичные LLM *</a:t>
                      </a:r>
                    </a:p>
                  </a:txBody>
                  <a:tcPr marL="109728" marR="109728" marT="36576" marB="36576" anchor="ctr">
                    <a:solidFill>
                      <a:srgbClr val="1B22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ADBB4"/>
                          </a:solidFill>
                          <a:latin typeface="Segoe UI"/>
                        </a:rPr>
                        <a:t>Точность ответа (EM)</a:t>
                      </a:r>
                    </a:p>
                  </a:txBody>
                  <a:tcPr marL="109728" marR="109728" marT="36576" marB="36576" anchor="ctr">
                    <a:solidFill>
                      <a:srgbClr val="2030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9ADBB4"/>
                          </a:solidFill>
                          <a:latin typeface="Segoe UI"/>
                        </a:rPr>
                        <a:t>0.52</a:t>
                      </a:r>
                    </a:p>
                  </a:txBody>
                  <a:tcPr marL="109728" marR="109728" marT="36576" marB="36576" anchor="ctr">
                    <a:solidFill>
                      <a:srgbClr val="2030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9ADBB4"/>
                          </a:solidFill>
                          <a:latin typeface="Segoe UI"/>
                        </a:rPr>
                        <a:t>~0.37</a:t>
                      </a:r>
                    </a:p>
                  </a:txBody>
                  <a:tcPr marL="109728" marR="109728" marT="36576" marB="36576" anchor="ctr">
                    <a:solidFill>
                      <a:srgbClr val="2030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Цена за запрос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$0.025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8EAF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36576" marB="36576" anchor="ctr"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206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E8EAF0"/>
                </a:solidFill>
                <a:latin typeface="Segoe UI"/>
              </a:rPr>
              <a:t>•  Точность ответа в 1.4 раза выше публичных LLM-бейзлайнов — на дешёвой модели.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E8EAF0"/>
                </a:solidFill>
                <a:latin typeface="Segoe UI"/>
              </a:rPr>
              <a:t>•  Дорогой цикл — только по триггеру: на масштабе платишь не за каждый запрос.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B93A7"/>
                </a:solidFill>
                <a:latin typeface="Segoe UI"/>
              </a:rPr>
              <a:t>* литературные данные (напр. Gemini на MuSiQue); directional.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Почему это трудно повторить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Другая ось конкуренции: не точность ответа (это умеют все), а гарантия отсутствия false completion.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Training-free: работает на новом домене без разметки — конкуренту нужна размеченная выборка под каждую вертикаль.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Структурный аудит полноты + типизированные слоты недостающих доказательств как управляющий сигнал для дорогого поиска.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</a:rPr>
              <a:t>Куда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Валидация на открытом корпусе (10 000+ документов) — режим, где структура обязательна, а не опциональна.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E8EAF0"/>
                </a:solidFill>
                <a:latin typeface="Segoe UI"/>
              </a:rPr>
              <a:t>•  Пилот в вертикали [PLACEHOLDER: юр-research / due diligence / фарма].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FFD479"/>
                </a:solidFill>
                <a:latin typeface="Segoe UI"/>
              </a:rPr>
              <a:t>•  Запрос: [PLACEHOLDER: сумма / ресурс / партнёрство].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1">
                <a:solidFill>
                  <a:srgbClr val="9ADBB4"/>
                </a:solidFill>
                <a:latin typeface="Segoe UI"/>
              </a:rPr>
              <a:t>«Graph verifies completeness. RLM closes evidence gaps.»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